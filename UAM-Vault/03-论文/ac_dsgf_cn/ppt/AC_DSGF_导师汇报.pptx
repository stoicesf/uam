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AC-DSGF 导师汇报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Microsoft YaHei"/>
              </a:rPr>
              <a:t>面向通信受限无人机蜂群协同导航的
自适应通信拓扑优化方法</a:t>
            </a:r>
          </a:p>
          <a:p>
            <a:r>
              <a:rPr sz="1600" b="0">
                <a:solidFill>
                  <a:srgbClr val="5C6B73"/>
                </a:solidFill>
                <a:latin typeface="Microsoft YaHei"/>
              </a:rPr>
              <a:t>
通信效率优化型协同智能 · RA-L 投稿配套中文版
主张：可比任务性能 + 通信约降低两个数量级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• UAV 数量增加 → 协同对通信依赖增强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• 固定 / 稠密通信开销随规模近似平方或高度增长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• 固定拓扑无法随任务态势自适应“何时、与谁、通信多少”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• 工程问题：有限带宽 / 能耗 / 时延下如何保持有效协同？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已有方法问题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• Full Communication：通信爆炸，难部署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• Random Drop：可能损害关键协作链路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• Fixed Graph（半径 / 稠密）：无法任务驱动适应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• 注意力 ≠ 通信决策：仍在预定义支撑上聚合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核心思想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6E4F"/>
                </a:solidFill>
                <a:latin typeface="Microsoft YaHei"/>
              </a:rPr>
              <a:t>让无人机自主决定：
“什么时候通信、和谁通信、通信多少。”</a:t>
            </a:r>
          </a:p>
          <a:p>
            <a:r>
              <a:rPr sz="1600" b="0">
                <a:solidFill>
                  <a:srgbClr val="5C6B73"/>
                </a:solidFill>
                <a:latin typeface="Microsoft YaHei"/>
              </a:rPr>
              <a:t>
通信拓扑 = 策略优化中的可学习决策变量（非训练后随机剪枝）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算法框架（Fig.1）</a:t>
            </a:r>
          </a:p>
        </p:txBody>
      </p:sp>
      <p:pic>
        <p:nvPicPr>
          <p:cNvPr id="3" name="Picture 2" descr="Fig1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875520" cy="7064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创新点（三条）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C1  可学习通信拓扑：g_ij 由任务状态驱动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C2  通信预算联合优化：J = E[R] − λ C，Top-K 约束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C3  Residual Guidance：a = π(o) + βΔ(Φ)，稳定稀疏协同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非声称：Success 超越 · causal utility · AC-DSGF++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实验环境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• 仿真：VMAS continuous navigation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• 训练：MAPPO（CTDE）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• 主表：16 UAV × 5 seeds × 200-ep eval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• 对比：MAPPO / GAT / Transformer / DSGF / AC-DSGF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</a:rPr>
              <a:t>• 指标：Success · Comm（软质量）· CEI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核心结果（Table I + Fig.4）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Microsoft YaHei"/>
              </a:rPr>
              <a:t>• DSGF：Success 4.01% · Comm 39.27 · CEI 0.001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Microsoft YaHei"/>
              </a:rPr>
              <a:t>• AC-DSGF：Success 3.95% · Comm 0.43 · CEI 0.091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Microsoft YaHei"/>
              </a:rPr>
              <a:t>• 不是 Success 最高，而是 Success≈ 且 Comm↓≈两个数量级、CEI↑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Microsoft YaHei"/>
              </a:rPr>
              <a:t>• 预算 / 静默 / 丢包：诊断趋势，支持 graceful degradation</a:t>
            </a:r>
          </a:p>
        </p:txBody>
      </p:sp>
      <p:pic>
        <p:nvPicPr>
          <p:cNvPr id="4" name="Picture 3" descr="Fig4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657600"/>
            <a:ext cx="5669280" cy="36130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论文贡献（对应 RA-L）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• Method：Gate + Budget + Residual 闭环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• Analysis：复杂度 O(NKd+Nd)；行为相关 nn_risk≈0.84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• Validation：主表 + 预算 + 静默 + 丢包 + Runtime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• 定位：通信效率优化型机器人系统方法（适合 RA-L）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下一步（Future Work）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• ROS2 / Gazebo / PX4 部署与硬件验证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• 软通信质量 → 真实无线帧 / 能耗映射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• Communication–Motion Co-design（动作—通信协同）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Microsoft YaHei"/>
              </a:rPr>
              <a:t>不回头扩展 AC-DSGF++；v1 冻结投稿，审稿后再定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